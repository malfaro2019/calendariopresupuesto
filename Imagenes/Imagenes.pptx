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EB4B3-8D87-B8CD-D777-C7FA376FA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260712-DC32-87CA-0BB5-FE5F6B5ED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85DBCD-CA3F-369A-7E74-B48544752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675D28-DEAA-D117-3F00-81AF9843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957EE9-9156-0ABB-826D-590845BC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8222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364C0-C41A-BB56-1497-FB7D3E66D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ECDAA7-D540-9A45-072E-34941E7E3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1C1CBF-C8E0-07D8-8A93-E694252D8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B08C36-8BB1-DECD-DA40-A0F477429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C5572F-72AA-3920-BF4F-6E9EABC9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621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38287-A98E-26DF-DD10-9972E904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98AEB0-05CA-34AE-3578-5BC7420BB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59882C-C1DC-C588-0EE5-F7CEB8B9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745612-4C1D-8ED4-4950-4D1036EFE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A9D708-E038-EC9D-DECB-81505378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5748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76BA7-6581-6E43-F36B-E4331466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90E8C1-4FFB-28F5-0EA0-CB220A047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25A387-6F35-4028-CCB5-54BC43C48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6F8109-4ED6-C079-D344-005F5AC32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A6B19E-4815-9E21-DEC7-E5839D86E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F346BF-F09D-8429-083F-B948258F5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477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8B915-03F8-33B2-8825-A1FC9B45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AA287B-D8B7-AFAF-6342-2B1913C0A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EB3C97-9F90-6528-94F3-2A269AACA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2449D4-1B16-2145-CCF1-FFD2989BE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58A497D-B07F-0F50-AA0D-B003B67B3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36384D-6005-7399-CAB4-3AB3254D6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A9798F-99A9-B222-2B11-591FAB0E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3500AC-5754-DC13-7834-E7D1CAF7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9341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C0364-32DA-23DB-50A9-A9CA9B728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7FC0E0-4809-F2E0-DD95-4F5572E2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5FDDCED-5F1A-119F-EAE7-9492BBC2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DB16B7-D02F-056D-DD24-15B52BB0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25914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E86A92D-9CCB-2D9C-6FEC-CB0D740D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6479D1-B19D-AF03-F54B-2DEEE297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45BA17-7A64-CB64-3E11-D3CF6A02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1840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79A64-5924-7993-1424-86FFF20D5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B3CE07-DF01-0093-444F-D0F855A89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7647B8-61A8-DD13-ECCD-2A10CD9AE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FF65CD-5A8E-3483-7372-ADE58133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51BBFC-C911-6B57-39C5-00AB5591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52D9CA-5F4B-C943-632A-28F5F49E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83295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FA226-1700-9BC0-CA65-FCADA86E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442D171-1874-C3FA-F740-9EBDA4DFC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1BC853-2C5C-F1FA-484D-3700B26AC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C3F308-408C-BE19-C302-375952C4E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94E565-1722-CB01-B93C-03064C35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3DF03F-1D72-2282-5D87-22B039AC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59404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E4875-82E1-F30D-8D5B-FD4AFE84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B48C8E-BED2-0806-4655-453CFFB2D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039418-C586-63A5-901E-B90F502C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CF89F2-0941-FBE7-5C34-4B5D5BF7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372014-2A9F-B050-FDB3-CC81227E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2048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9130A6-3CF7-157F-34CE-0F5D5D6690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561619-1100-393E-A2AF-2AA793534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4AFC6A-FD91-2D4E-9CF2-51BDBE2ED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688EB0-01BA-6104-300F-2933B2C1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C91EA8-E68C-600B-3987-515F641F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6931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887058-1DB9-0AE9-499D-F47F598E8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D6BAE3-DE5F-EF03-66C1-C551BCABC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B954AD-A0BD-1CD7-48E5-6BB4E2E9D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EECB8-D6EE-4B71-A15B-ABBD1F4070C6}" type="datetimeFigureOut">
              <a:rPr lang="es-419" smtClean="0"/>
              <a:t>13/2/2026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1E06D8-ADC9-8668-2194-6AFCBCF16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D8E111-94AA-3C3C-3875-A2BD89A70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E1F3A-5572-4C30-AC62-EBEC0EB3A1A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1003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E3EB2EB-C4F7-6A2E-F3F2-63B0B20E5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190048"/>
            <a:ext cx="11383964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3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6A3556B-1147-93B9-FDB1-5411F72A4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24" y="1599944"/>
            <a:ext cx="10764752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2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D91E05C-1198-47AD-09B9-C24E7786E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760" y="1495155"/>
            <a:ext cx="3972479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1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B47539-633A-5FDA-D46D-DA65B365E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58" y="2728815"/>
            <a:ext cx="7230484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1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BA1FD6C-FF9C-EE7A-9854-FE70C65C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97" y="309127"/>
            <a:ext cx="10602805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751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B33726D-A073-9FA9-FA8C-9EC9FB9E6B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 r="38501" b="39440"/>
          <a:stretch/>
        </p:blipFill>
        <p:spPr>
          <a:xfrm>
            <a:off x="333913" y="1535654"/>
            <a:ext cx="11524173" cy="116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23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Marco Alfaro</dc:creator>
  <cp:lastModifiedBy>Marco Alfaro</cp:lastModifiedBy>
  <cp:revision>2</cp:revision>
  <dcterms:created xsi:type="dcterms:W3CDTF">2026-02-14T00:18:45Z</dcterms:created>
  <dcterms:modified xsi:type="dcterms:W3CDTF">2026-02-14T00:55:46Z</dcterms:modified>
</cp:coreProperties>
</file>